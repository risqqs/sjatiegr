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7" r:id="rId2"/>
    <p:sldId id="258" r:id="rId3"/>
    <p:sldId id="259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14" autoAdjust="0"/>
    <p:restoredTop sz="94660"/>
  </p:normalViewPr>
  <p:slideViewPr>
    <p:cSldViewPr snapToGrid="0">
      <p:cViewPr varScale="1">
        <p:scale>
          <a:sx n="98" d="100"/>
          <a:sy n="98" d="100"/>
        </p:scale>
        <p:origin x="110" y="1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11/25/2025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grpSp>
        <p:nvGrpSpPr>
          <p:cNvPr id="7" name="Group 6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11/25/2025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11/25/2025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11/25/2025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11/25/2025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11/25/2025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11/25/2025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11/25/2025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11/25/2025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2295525"/>
            <a:ext cx="9601200" cy="357187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11/25/2025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11/25/2025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11/25/2025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Бинарный </a:t>
            </a:r>
            <a:r>
              <a:rPr lang="en-US" dirty="0"/>
              <a:t>LZW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Как </a:t>
            </a:r>
            <a:r>
              <a:rPr lang="ru-RU" dirty="0" smtClean="0"/>
              <a:t>работает:</a:t>
            </a:r>
            <a:endParaRPr lang="ru-RU" dirty="0"/>
          </a:p>
          <a:p>
            <a:r>
              <a:rPr lang="ru-RU" dirty="0"/>
              <a:t>Инициализация: словарь = 256 ASCII-символов (0–255).</a:t>
            </a:r>
          </a:p>
          <a:p>
            <a:r>
              <a:rPr lang="ru-RU" dirty="0"/>
              <a:t>Сжатие:</a:t>
            </a:r>
            <a:br>
              <a:rPr lang="ru-RU" dirty="0"/>
            </a:br>
            <a:r>
              <a:rPr lang="ru-RU" dirty="0"/>
              <a:t>– Чтение входа посимвольно.</a:t>
            </a:r>
            <a:br>
              <a:rPr lang="ru-RU" dirty="0"/>
            </a:br>
            <a:r>
              <a:rPr lang="ru-RU" dirty="0"/>
              <a:t>– Построение подстрок → если новая, вывести код предыдущей и добавить в словарь.</a:t>
            </a:r>
          </a:p>
          <a:p>
            <a:r>
              <a:rPr lang="ru-RU" dirty="0"/>
              <a:t>Бинарная упаковка:</a:t>
            </a:r>
            <a:br>
              <a:rPr lang="ru-RU" dirty="0"/>
            </a:br>
            <a:r>
              <a:rPr lang="ru-RU" dirty="0"/>
              <a:t>– Коды → битовый поток → дополняется до кратности 8 → байты.</a:t>
            </a:r>
          </a:p>
          <a:p>
            <a:r>
              <a:rPr lang="ru-RU" dirty="0"/>
              <a:t>Распаковка:</a:t>
            </a:r>
            <a:br>
              <a:rPr lang="ru-RU" dirty="0"/>
            </a:br>
            <a:r>
              <a:rPr lang="ru-RU" dirty="0"/>
              <a:t>– Обратное преобразование с синхронным восстановлением словаря.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/>
        <p:txBody>
          <a:bodyPr>
            <a:normAutofit lnSpcReduction="10000"/>
          </a:bodyPr>
          <a:lstStyle/>
          <a:p>
            <a:r>
              <a:rPr lang="ru-RU" dirty="0"/>
              <a:t>Суть алгоритма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Основан на </a:t>
            </a:r>
            <a:r>
              <a:rPr lang="ru-RU" dirty="0" err="1"/>
              <a:t>Lempel</a:t>
            </a:r>
            <a:r>
              <a:rPr lang="ru-RU" dirty="0"/>
              <a:t>–</a:t>
            </a:r>
            <a:r>
              <a:rPr lang="ru-RU" dirty="0" err="1"/>
              <a:t>Ziv</a:t>
            </a:r>
            <a:r>
              <a:rPr lang="ru-RU" dirty="0"/>
              <a:t>–</a:t>
            </a:r>
            <a:r>
              <a:rPr lang="ru-RU" dirty="0" err="1"/>
              <a:t>Welch</a:t>
            </a:r>
            <a:r>
              <a:rPr lang="ru-RU" dirty="0"/>
              <a:t> (LZW) — адаптивном словарном методе.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Коды упаковываются в биты, а не в текст (в отличие от учебных реализаций).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Переменная длина кода: от 9 до 16 бит (в зависимости от размера словаря).</a:t>
            </a:r>
          </a:p>
        </p:txBody>
      </p:sp>
    </p:spTree>
    <p:extLst>
      <p:ext uri="{BB962C8B-B14F-4D97-AF65-F5344CB8AC3E}">
        <p14:creationId xmlns:p14="http://schemas.microsoft.com/office/powerpoint/2010/main" val="14101614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Пример работы и эффективность</a:t>
            </a:r>
            <a:endParaRPr lang="ru-RU" dirty="0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71600" y="2844800"/>
            <a:ext cx="9040438" cy="204260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 flipH="1">
            <a:off x="1371600" y="2171700"/>
            <a:ext cx="26584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"ABABABA</a:t>
            </a:r>
            <a:r>
              <a:rPr lang="en-US" dirty="0"/>
              <a:t>" (7 </a:t>
            </a:r>
            <a:r>
              <a:rPr lang="ru-RU" dirty="0"/>
              <a:t>байт)</a:t>
            </a:r>
          </a:p>
        </p:txBody>
      </p:sp>
    </p:spTree>
    <p:extLst>
      <p:ext uri="{BB962C8B-B14F-4D97-AF65-F5344CB8AC3E}">
        <p14:creationId xmlns:p14="http://schemas.microsoft.com/office/powerpoint/2010/main" val="2006536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Преимущества реализации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ru-RU" dirty="0"/>
              <a:t>Б</a:t>
            </a:r>
            <a:r>
              <a:rPr lang="ru-RU" dirty="0" smtClean="0"/>
              <a:t>инарное </a:t>
            </a:r>
            <a:r>
              <a:rPr lang="ru-RU" dirty="0"/>
              <a:t>сжатие</a:t>
            </a:r>
          </a:p>
          <a:p>
            <a:pPr marL="0" indent="0">
              <a:buNone/>
            </a:pPr>
            <a:r>
              <a:rPr lang="ru-RU" dirty="0" smtClean="0"/>
              <a:t>Коды </a:t>
            </a:r>
            <a:r>
              <a:rPr lang="ru-RU" dirty="0"/>
              <a:t>хранятся в битах, а не как текст ("258" → 3 байта </a:t>
            </a:r>
            <a:r>
              <a:rPr lang="ru-RU" dirty="0" smtClean="0"/>
              <a:t>).</a:t>
            </a:r>
            <a:endParaRPr lang="ru-RU" dirty="0"/>
          </a:p>
          <a:p>
            <a:endParaRPr lang="ru-RU" dirty="0"/>
          </a:p>
          <a:p>
            <a:r>
              <a:rPr lang="ru-RU" dirty="0" smtClean="0"/>
              <a:t> </a:t>
            </a:r>
            <a:r>
              <a:rPr lang="ru-RU" dirty="0"/>
              <a:t>Адаптивный размер кода</a:t>
            </a:r>
          </a:p>
          <a:p>
            <a:pPr marL="0" indent="0">
              <a:buNone/>
            </a:pPr>
            <a:r>
              <a:rPr lang="ru-RU" dirty="0" smtClean="0"/>
              <a:t>9 </a:t>
            </a:r>
            <a:r>
              <a:rPr lang="ru-RU" dirty="0"/>
              <a:t>бит на старте → до 16 бит по мере роста словаря → минимум избыточности.</a:t>
            </a:r>
          </a:p>
          <a:p>
            <a:endParaRPr lang="ru-RU" dirty="0"/>
          </a:p>
          <a:p>
            <a:r>
              <a:rPr lang="ru-RU" dirty="0" smtClean="0"/>
              <a:t>Без </a:t>
            </a:r>
            <a:r>
              <a:rPr lang="ru-RU" dirty="0"/>
              <a:t>потерь</a:t>
            </a:r>
          </a:p>
          <a:p>
            <a:pPr marL="0" indent="0">
              <a:buNone/>
            </a:pPr>
            <a:r>
              <a:rPr lang="ru-RU" dirty="0" smtClean="0"/>
              <a:t>Корректное восстановление </a:t>
            </a:r>
            <a:r>
              <a:rPr lang="ru-RU" dirty="0"/>
              <a:t>подтверждено автоматической проверкой.</a:t>
            </a:r>
          </a:p>
          <a:p>
            <a:endParaRPr lang="ru-RU" dirty="0"/>
          </a:p>
          <a:p>
            <a:r>
              <a:rPr lang="ru-RU" dirty="0" smtClean="0"/>
              <a:t>Читаемость </a:t>
            </a:r>
            <a:r>
              <a:rPr lang="ru-RU" dirty="0"/>
              <a:t>и корректность</a:t>
            </a:r>
          </a:p>
          <a:p>
            <a:pPr marL="0" indent="0">
              <a:buNone/>
            </a:pPr>
            <a:r>
              <a:rPr lang="ru-RU" dirty="0" smtClean="0"/>
              <a:t>Чёткое </a:t>
            </a:r>
            <a:r>
              <a:rPr lang="ru-RU" dirty="0"/>
              <a:t>разделение логики: сжатие, распаковка, бинарная упаковка, тестирование.</a:t>
            </a:r>
          </a:p>
        </p:txBody>
      </p:sp>
    </p:spTree>
    <p:extLst>
      <p:ext uri="{BB962C8B-B14F-4D97-AF65-F5344CB8AC3E}">
        <p14:creationId xmlns:p14="http://schemas.microsoft.com/office/powerpoint/2010/main" val="3199816759"/>
      </p:ext>
    </p:extLst>
  </p:cSld>
  <p:clrMapOvr>
    <a:masterClrMapping/>
  </p:clrMapOvr>
</p:sld>
</file>

<file path=ppt/theme/theme1.xml><?xml version="1.0" encoding="utf-8"?>
<a:theme xmlns:a="http://schemas.openxmlformats.org/drawingml/2006/main" name="Crop">
  <a:themeElements>
    <a:clrScheme name="Crop">
      <a:dk1>
        <a:sysClr val="windowText" lastClr="000000"/>
      </a:dk1>
      <a:lt1>
        <a:sysClr val="window" lastClr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Crop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Crop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CE19780C-D67D-4C13-9DE9-A52BC3BA51B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TM10001105[[fn=Уголки]]</Template>
  <TotalTime>15</TotalTime>
  <Words>136</Words>
  <Application>Microsoft Office PowerPoint</Application>
  <PresentationFormat>Широкоэкранный</PresentationFormat>
  <Paragraphs>24</Paragraphs>
  <Slides>3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</vt:i4>
      </vt:variant>
    </vt:vector>
  </HeadingPairs>
  <TitlesOfParts>
    <vt:vector size="6" baseType="lpstr">
      <vt:lpstr>Arial</vt:lpstr>
      <vt:lpstr>Franklin Gothic Book</vt:lpstr>
      <vt:lpstr>Crop</vt:lpstr>
      <vt:lpstr>Бинарный LZW</vt:lpstr>
      <vt:lpstr>Пример работы и эффективность</vt:lpstr>
      <vt:lpstr>Преимущества реализации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User</dc:creator>
  <cp:lastModifiedBy>User</cp:lastModifiedBy>
  <cp:revision>2</cp:revision>
  <dcterms:created xsi:type="dcterms:W3CDTF">2025-11-25T18:51:00Z</dcterms:created>
  <dcterms:modified xsi:type="dcterms:W3CDTF">2025-11-25T19:06:37Z</dcterms:modified>
</cp:coreProperties>
</file>